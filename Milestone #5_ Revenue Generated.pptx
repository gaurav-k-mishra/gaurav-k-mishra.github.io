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83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2137410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Generating Revenue for Startups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6319599" y="4387096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Startups need to focus on generating revenue from the very beginning. Revenue is the lifeblood of any business and is essential for funding operations, growth, and long-term success.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319599" y="5719882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219" y="5727502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6086" y="5703213"/>
            <a:ext cx="241042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by Gaurav Mishra</a:t>
            </a:r>
            <a:endParaRPr lang="en-US" sz="2187" dirty="0"/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2542937"/>
            <a:ext cx="74776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Importance of Revenue Generation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6319599" y="4264938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Generating revenue is crucial for startups to validate their business model, attract investors, and become self-sustaining. Revenue enables startups to reinvest in product development, marketing, and scaling the business.</a:t>
            </a:r>
            <a:endParaRPr lang="en-US" sz="1750" dirty="0"/>
          </a:p>
        </p:txBody>
      </p:sp>
      <p:pic>
        <p:nvPicPr>
          <p:cNvPr id="7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2043113"/>
            <a:ext cx="724340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Revenue Streams for Startups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29291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 Sales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862268"/>
            <a:ext cx="315634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Selling physical or digital products directly to customers is a common revenue stream for startups.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29291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Subscription Services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862268"/>
            <a:ext cx="315634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Offering recurring subscriptions for access to content, software, or other services can provide a steady revenue stream.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292912"/>
            <a:ext cx="315634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Advertising &amp; Partnerships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4209455"/>
            <a:ext cx="315634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Generating revenue through advertising, affiliate marketing, or strategic partnerships can be effective for many startups.</a:t>
            </a:r>
            <a:endParaRPr lang="en-US" sz="175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1871067"/>
            <a:ext cx="679180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Identifying Customer Needs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4490799" y="307228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690110" y="3113961"/>
            <a:ext cx="10132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5212913" y="31486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 Research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5212913" y="3629025"/>
            <a:ext cx="38200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Thoroughly understand your target market, their pain points, and their buying behavior.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255085" y="307228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20701" y="3113961"/>
            <a:ext cx="168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9977199" y="31486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Feedback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9977199" y="3629025"/>
            <a:ext cx="38200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Engage with potential customers to gather insights and validate your product or service offerings.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490799" y="509099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55106" y="5132665"/>
            <a:ext cx="1713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5212913" y="51673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Competitive Analysis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5212913" y="5647730"/>
            <a:ext cx="8584287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Study your competitors to identify gaps in the market and opportunities to differentiate your startup.</a:t>
            </a:r>
            <a:endParaRPr lang="en-US" sz="1750" dirty="0"/>
          </a:p>
        </p:txBody>
      </p:sp>
      <p:pic>
        <p:nvPicPr>
          <p:cNvPr id="18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428155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Pricing Strategies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566868"/>
            <a:ext cx="5166122" cy="2006203"/>
          </a:xfrm>
          <a:prstGeom prst="roundRect">
            <a:avLst>
              <a:gd name="adj" fmla="val 49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67783" y="27966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Value-Based Pricing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277076"/>
            <a:ext cx="470654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Set prices based on the perceived value your product or service provides to customers.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566868"/>
            <a:ext cx="5166122" cy="2006203"/>
          </a:xfrm>
          <a:prstGeom prst="roundRect">
            <a:avLst>
              <a:gd name="adj" fmla="val 49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6076" y="27966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Penetration Pricing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277076"/>
            <a:ext cx="470654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Offer low initial prices to gain market share and then gradually increase prices over time.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795242"/>
            <a:ext cx="5166122" cy="2006203"/>
          </a:xfrm>
          <a:prstGeom prst="roundRect">
            <a:avLst>
              <a:gd name="adj" fmla="val 49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67783" y="502503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Tiered Pricing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505450"/>
            <a:ext cx="470654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Offer different pricing tiers with varying features and benefits to cater to different customer segments.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795242"/>
            <a:ext cx="5166122" cy="2006203"/>
          </a:xfrm>
          <a:prstGeom prst="roundRect">
            <a:avLst>
              <a:gd name="adj" fmla="val 498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56076" y="502503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Dynamic Pricing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505450"/>
            <a:ext cx="470654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Adjust prices based on market conditions, demand, and other factors to maximize revenue.</a:t>
            </a:r>
            <a:endParaRPr lang="en-US" sz="1750" dirty="0"/>
          </a:p>
        </p:txBody>
      </p:sp>
      <p:pic>
        <p:nvPicPr>
          <p:cNvPr id="1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2205633"/>
            <a:ext cx="669512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Sales and Marketing Tactics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3344347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Targeted Marketing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602361"/>
            <a:ext cx="329588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Develop a laser-focused marketing strategy to reach your ideal customers.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3344347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Digital Outreach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602361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Leverage social media, content marketing, and online advertising to attract and engage customers.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3344347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Sales Funnel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602361"/>
            <a:ext cx="329600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a streamlined sales process to convert leads into paying customers.</a:t>
            </a:r>
            <a:endParaRPr lang="en-US" sz="1750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694617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Monetization Models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833330"/>
            <a:ext cx="3518059" cy="888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0163" y="405526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Freemium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260163" y="4535686"/>
            <a:ext cx="307371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Offer a basic version of your product or service for free, with premium features available for a fee.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052" y="2833330"/>
            <a:ext cx="3518178" cy="888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8222" y="405526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Subscription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778222" y="4535686"/>
            <a:ext cx="307383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Charge a recurring fee for ongoing access to your product or service.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229" y="2833330"/>
            <a:ext cx="3518178" cy="888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05526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Transaction-Based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535686"/>
            <a:ext cx="307383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revenue through individual purchases or transactions, such as e-commerce or on-demand services.</a:t>
            </a:r>
            <a:endParaRPr lang="en-US" sz="1750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37993" y="1019651"/>
            <a:ext cx="586144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Scaling Revenue Growth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158365"/>
            <a:ext cx="10554414" cy="5051465"/>
          </a:xfrm>
          <a:prstGeom prst="roundRect">
            <a:avLst>
              <a:gd name="adj" fmla="val 19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45613" y="2165985"/>
            <a:ext cx="10539174" cy="13479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67783" y="2306836"/>
            <a:ext cx="482143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 Product Offerings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1181" y="2306836"/>
            <a:ext cx="4821436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Introduce new products or services to existing customers to increase revenue per user.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2045613" y="3513892"/>
            <a:ext cx="10539174" cy="13479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67783" y="3654743"/>
            <a:ext cx="482143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Grow Customer Base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1181" y="3654743"/>
            <a:ext cx="4821436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effective marketing and sales strategies to acquire new customers and expand your user base.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2045613" y="4861798"/>
            <a:ext cx="10539174" cy="13479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67783" y="5002649"/>
            <a:ext cx="482143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Optimize Pricing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1181" y="5002649"/>
            <a:ext cx="4821436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Regularly review and adjust your pricing to maximize revenue while remaining competitive.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2045613" y="6209705"/>
            <a:ext cx="10539174" cy="9925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67783" y="6350556"/>
            <a:ext cx="482143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 Operational Efficiency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1181" y="6350556"/>
            <a:ext cx="4821436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Streamline your processes and reduce costs to improve your profit margins.</a:t>
            </a:r>
            <a:endParaRPr lang="en-US" sz="1750" dirty="0"/>
          </a:p>
        </p:txBody>
      </p:sp>
      <p:pic>
        <p:nvPicPr>
          <p:cNvPr id="18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Macintosh PowerPoint</Application>
  <PresentationFormat>Custom</PresentationFormat>
  <Paragraphs>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Kanit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K MISHRA</cp:lastModifiedBy>
  <cp:revision>1</cp:revision>
  <dcterms:created xsi:type="dcterms:W3CDTF">2024-05-12T23:01:42Z</dcterms:created>
  <dcterms:modified xsi:type="dcterms:W3CDTF">2024-05-12T23:02:15Z</dcterms:modified>
</cp:coreProperties>
</file>