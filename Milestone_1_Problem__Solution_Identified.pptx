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630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amma.app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599" y="1959769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Startup Problem Identification</a:t>
            </a:r>
            <a:endParaRPr lang="en-US" sz="6036" dirty="0"/>
          </a:p>
        </p:txBody>
      </p:sp>
      <p:sp>
        <p:nvSpPr>
          <p:cNvPr id="6" name="Text 3"/>
          <p:cNvSpPr/>
          <p:nvPr/>
        </p:nvSpPr>
        <p:spPr>
          <a:xfrm>
            <a:off x="6319599" y="4209455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Identifying the core problem that your startup aims to solve is the crucial first step in building a successful business. This requires a deep understanding of your target market, their pain points, and finding an unmet need that your solution can address.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319599" y="5897642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219" y="5905262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6086" y="5880973"/>
            <a:ext cx="2282309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r>
              <a:rPr lang="en-US" sz="2187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by Gaurav Mishra</a:t>
            </a:r>
            <a:endParaRPr lang="en-US" sz="2187" dirty="0"/>
          </a:p>
        </p:txBody>
      </p:sp>
      <p:pic>
        <p:nvPicPr>
          <p:cNvPr id="10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348389" y="2216706"/>
            <a:ext cx="6688455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Defining the Core Problem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348389" y="346650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Insights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348389" y="4035862"/>
            <a:ext cx="2949416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Conduct thorough market research to understand your potential customers, their challenges, and their expectations.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847398" y="346650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Problem Statement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5847398" y="4035862"/>
            <a:ext cx="2949416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Clearly define the specific problem your startup will solve, using precise and actionable language.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346406" y="3466505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Validation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9346406" y="4035862"/>
            <a:ext cx="2949416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Test your problem statement with potential customers to ensure it accurately reflects their pain points.</a:t>
            </a:r>
            <a:endParaRPr lang="en-US" sz="1750" dirty="0"/>
          </a:p>
        </p:txBody>
      </p:sp>
      <p:pic>
        <p:nvPicPr>
          <p:cNvPr id="11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799" y="925473"/>
            <a:ext cx="847034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Analyzing the Problem Landscape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4810244" y="1953101"/>
            <a:ext cx="27742" cy="5351026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74027" y="2362736"/>
            <a:ext cx="777597" cy="27742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4084" y="2126694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65060" y="2168366"/>
            <a:ext cx="11799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624" dirty="0"/>
          </a:p>
        </p:txBody>
      </p:sp>
      <p:sp>
        <p:nvSpPr>
          <p:cNvPr id="10" name="Text 7"/>
          <p:cNvSpPr/>
          <p:nvPr/>
        </p:nvSpPr>
        <p:spPr>
          <a:xfrm>
            <a:off x="6046113" y="2175272"/>
            <a:ext cx="292596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Competitive Landscape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6046113" y="2655689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Identify your direct and indirect competitors and analyze their strengths, weaknesses, and market positioning.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074027" y="4220468"/>
            <a:ext cx="777597" cy="27742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4084" y="3984427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34699" y="4026098"/>
            <a:ext cx="178713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6046113" y="4033004"/>
            <a:ext cx="303395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Segmentation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6046113" y="4513421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Divide your target market into distinct groups based on shared characteristics and needs.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5074027" y="6078200"/>
            <a:ext cx="777597" cy="27742"/>
          </a:xfrm>
          <a:prstGeom prst="rect">
            <a:avLst/>
          </a:prstGeom>
          <a:solidFill>
            <a:srgbClr val="EF9C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4084" y="5842159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33389" y="5883831"/>
            <a:ext cx="18133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624" dirty="0"/>
          </a:p>
        </p:txBody>
      </p:sp>
      <p:sp>
        <p:nvSpPr>
          <p:cNvPr id="20" name="Text 17"/>
          <p:cNvSpPr/>
          <p:nvPr/>
        </p:nvSpPr>
        <p:spPr>
          <a:xfrm>
            <a:off x="6046113" y="5890736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Trend Analysis</a:t>
            </a:r>
            <a:endParaRPr lang="en-US" sz="2187" dirty="0"/>
          </a:p>
        </p:txBody>
      </p:sp>
      <p:sp>
        <p:nvSpPr>
          <p:cNvPr id="21" name="Text 18"/>
          <p:cNvSpPr/>
          <p:nvPr/>
        </p:nvSpPr>
        <p:spPr>
          <a:xfrm>
            <a:off x="6046113" y="6371153"/>
            <a:ext cx="7751088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Examine industry trends, emerging technologies, and shifts in customer preferences to anticipate future challenges and opportunities.</a:t>
            </a:r>
            <a:endParaRPr lang="en-US" sz="1750" dirty="0"/>
          </a:p>
        </p:txBody>
      </p:sp>
      <p:pic>
        <p:nvPicPr>
          <p:cNvPr id="22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77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48389" y="3558302"/>
            <a:ext cx="752213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Identifying Potential Solutions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2348389" y="4759523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39365" y="4801195"/>
            <a:ext cx="117991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3070503" y="4835843"/>
            <a:ext cx="24409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Ideation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3070503" y="5316260"/>
            <a:ext cx="2440900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Generate a diverse range of potential solutions through brainstorming, design thinking, and other ideation techniques.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733574" y="4759523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94189" y="4801195"/>
            <a:ext cx="178713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6455688" y="4835843"/>
            <a:ext cx="244090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Product-Market Fit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6455688" y="5316260"/>
            <a:ext cx="244090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Evaluate how well each potential solution aligns with your target market's needs and preferences.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118759" y="4759523"/>
            <a:ext cx="499943" cy="499943"/>
          </a:xfrm>
          <a:prstGeom prst="roundRect">
            <a:avLst>
              <a:gd name="adj" fmla="val 13333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278064" y="4801195"/>
            <a:ext cx="181332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2624" dirty="0"/>
          </a:p>
        </p:txBody>
      </p:sp>
      <p:sp>
        <p:nvSpPr>
          <p:cNvPr id="16" name="Text 13"/>
          <p:cNvSpPr/>
          <p:nvPr/>
        </p:nvSpPr>
        <p:spPr>
          <a:xfrm>
            <a:off x="9840873" y="4835843"/>
            <a:ext cx="2440900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Feasibility Assessment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9840873" y="5663446"/>
            <a:ext cx="2440900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Consider the technical, financial, and operational feasibility of implementing each potential solution.</a:t>
            </a:r>
            <a:endParaRPr lang="en-US" sz="1750" dirty="0"/>
          </a:p>
        </p:txBody>
      </p:sp>
      <p:pic>
        <p:nvPicPr>
          <p:cNvPr id="18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348389" y="2076450"/>
            <a:ext cx="745664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Evaluating Solution Feasibility</a:t>
            </a:r>
            <a:endParaRPr lang="en-US" sz="4374" dirty="0"/>
          </a:p>
        </p:txBody>
      </p:sp>
      <p:sp>
        <p:nvSpPr>
          <p:cNvPr id="7" name="Shape 4"/>
          <p:cNvSpPr/>
          <p:nvPr/>
        </p:nvSpPr>
        <p:spPr>
          <a:xfrm>
            <a:off x="2348389" y="3104078"/>
            <a:ext cx="3163014" cy="3048953"/>
          </a:xfrm>
          <a:prstGeom prst="roundRect">
            <a:avLst>
              <a:gd name="adj" fmla="val 2186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570559" y="3326249"/>
            <a:ext cx="271867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Technical Feasibility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2570559" y="3806666"/>
            <a:ext cx="2718673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Assess the technical requirements, resources, and expertise needed to develop and implement the solution.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733574" y="3104078"/>
            <a:ext cx="3163014" cy="3048953"/>
          </a:xfrm>
          <a:prstGeom prst="roundRect">
            <a:avLst>
              <a:gd name="adj" fmla="val 2186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55744" y="3326249"/>
            <a:ext cx="271867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Financial Feasibility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5955744" y="3806666"/>
            <a:ext cx="2718673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Analyze the potential costs, revenue streams, and investment required to bring the solution to market.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118759" y="3104078"/>
            <a:ext cx="3163014" cy="3048953"/>
          </a:xfrm>
          <a:prstGeom prst="roundRect">
            <a:avLst>
              <a:gd name="adj" fmla="val 2186"/>
            </a:avLst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340929" y="3326249"/>
            <a:ext cx="2718673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Operational Feasibility</a:t>
            </a:r>
            <a:endParaRPr lang="en-US" sz="2187" dirty="0"/>
          </a:p>
        </p:txBody>
      </p:sp>
      <p:sp>
        <p:nvSpPr>
          <p:cNvPr id="15" name="Text 12"/>
          <p:cNvSpPr/>
          <p:nvPr/>
        </p:nvSpPr>
        <p:spPr>
          <a:xfrm>
            <a:off x="9340929" y="4153853"/>
            <a:ext cx="2718673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Evaluate the organizational capabilities, processes, and resources necessary to effectively deliver the solution.</a:t>
            </a:r>
            <a:endParaRPr lang="en-US" sz="1750" dirty="0"/>
          </a:p>
        </p:txBody>
      </p:sp>
      <p:pic>
        <p:nvPicPr>
          <p:cNvPr id="16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934760"/>
            <a:ext cx="8563094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Developing the Solution Roadmap</a:t>
            </a:r>
            <a:endParaRPr lang="en-US" sz="4374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99" y="1962388"/>
            <a:ext cx="1110972" cy="17774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77428" y="2184559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Prioritize</a:t>
            </a:r>
            <a:endParaRPr lang="en-US" sz="2187" dirty="0"/>
          </a:p>
        </p:txBody>
      </p:sp>
      <p:sp>
        <p:nvSpPr>
          <p:cNvPr id="8" name="Text 4"/>
          <p:cNvSpPr/>
          <p:nvPr/>
        </p:nvSpPr>
        <p:spPr>
          <a:xfrm>
            <a:off x="2277428" y="2664976"/>
            <a:ext cx="786217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Determine the most critical features and functionalities to include in the initial solution.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99" y="3739872"/>
            <a:ext cx="1110972" cy="17774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77428" y="396204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Plan</a:t>
            </a:r>
            <a:endParaRPr lang="en-US" sz="2187" dirty="0"/>
          </a:p>
        </p:txBody>
      </p:sp>
      <p:sp>
        <p:nvSpPr>
          <p:cNvPr id="11" name="Text 6"/>
          <p:cNvSpPr/>
          <p:nvPr/>
        </p:nvSpPr>
        <p:spPr>
          <a:xfrm>
            <a:off x="2277428" y="4442460"/>
            <a:ext cx="786217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 a detailed implementation plan with milestones, resource requirements, and timelines.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99" y="5517356"/>
            <a:ext cx="1110972" cy="17774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77428" y="573952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Iterate</a:t>
            </a:r>
            <a:endParaRPr lang="en-US" sz="2187" dirty="0"/>
          </a:p>
        </p:txBody>
      </p:sp>
      <p:sp>
        <p:nvSpPr>
          <p:cNvPr id="14" name="Text 8"/>
          <p:cNvSpPr/>
          <p:nvPr/>
        </p:nvSpPr>
        <p:spPr>
          <a:xfrm>
            <a:off x="2277428" y="6219944"/>
            <a:ext cx="786217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Establish a process for continuous improvement, testing, and adaptation based on customer feedback.</a:t>
            </a:r>
            <a:endParaRPr lang="en-US" sz="1750" dirty="0"/>
          </a:p>
        </p:txBody>
      </p:sp>
      <p:pic>
        <p:nvPicPr>
          <p:cNvPr id="15" name="Image 4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348389" y="2205633"/>
            <a:ext cx="6748463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Implementing the Solution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389" y="3344347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48389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Development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348389" y="4602361"/>
            <a:ext cx="308895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Bring the solution to life by leveraging your team's expertise and the necessary resources.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602" y="3344347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70602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Launch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770602" y="4602361"/>
            <a:ext cx="3088958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Introduce the solution to the market, gather feedback, and refine the offering as needed.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816" y="3344347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92816" y="412194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Growth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192816" y="4602361"/>
            <a:ext cx="308907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Continuously optimize the solution, expand your customer base, and scale the business.</a:t>
            </a:r>
            <a:endParaRPr lang="en-US" sz="1750" dirty="0"/>
          </a:p>
        </p:txBody>
      </p:sp>
      <p:pic>
        <p:nvPicPr>
          <p:cNvPr id="14" name="Image 3" descr="preencoded.png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348389" y="1894880"/>
            <a:ext cx="8057078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Measuring Success and Iterating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570678" y="3174444"/>
            <a:ext cx="2035135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Metrics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057775" y="3174444"/>
            <a:ext cx="2031325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Acquisition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1062" y="3174444"/>
            <a:ext cx="2031325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Retention Rate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024348" y="3174444"/>
            <a:ext cx="2035135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Growth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2348389" y="4026098"/>
            <a:ext cx="9933503" cy="1347907"/>
          </a:xfrm>
          <a:prstGeom prst="rect">
            <a:avLst/>
          </a:prstGeom>
          <a:solidFill>
            <a:srgbClr val="234A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70678" y="4166949"/>
            <a:ext cx="2035135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Targets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057775" y="4166949"/>
            <a:ext cx="2031325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1,000 new customers per month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1062" y="4166949"/>
            <a:ext cx="2031325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85% customer retention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024348" y="4166949"/>
            <a:ext cx="2035135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20% year-over-year growth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2348389" y="5623917"/>
            <a:ext cx="9933503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Continuously track and analyze your key performance indicators to identify areas for improvement and ensure the ongoing success of your startup's solution.</a:t>
            </a:r>
            <a:endParaRPr lang="en-US" sz="1750" dirty="0"/>
          </a:p>
        </p:txBody>
      </p:sp>
      <p:pic>
        <p:nvPicPr>
          <p:cNvPr id="15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Macintosh PowerPoint</Application>
  <PresentationFormat>Custom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Quattrocento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K MISHRA</cp:lastModifiedBy>
  <cp:revision>1</cp:revision>
  <dcterms:created xsi:type="dcterms:W3CDTF">2024-05-12T22:57:00Z</dcterms:created>
  <dcterms:modified xsi:type="dcterms:W3CDTF">2024-05-12T22:57:57Z</dcterms:modified>
</cp:coreProperties>
</file>