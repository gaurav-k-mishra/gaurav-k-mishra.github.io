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4" r:id="rId6"/>
    <p:sldId id="300" r:id="rId7"/>
    <p:sldId id="305" r:id="rId8"/>
    <p:sldId id="306" r:id="rId9"/>
    <p:sldId id="307" r:id="rId10"/>
    <p:sldId id="308" r:id="rId11"/>
    <p:sldId id="302" r:id="rId12"/>
    <p:sldId id="3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2A5AC1-5C58-4281-B94E-84268906AE60}" type="doc">
      <dgm:prSet loTypeId="urn:microsoft.com/office/officeart/2011/layout/CircleProcess" loCatId="process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424F76-46D3-46DE-B30C-C076F9223528}">
      <dgm:prSet phldrT="[Text]"/>
      <dgm:spPr>
        <a:solidFill>
          <a:schemeClr val="bg1">
            <a:lumMod val="95000"/>
          </a:schemeClr>
        </a:solidFill>
        <a:ln>
          <a:solidFill>
            <a:srgbClr val="414042"/>
          </a:solidFill>
        </a:ln>
      </dgm:spPr>
      <dgm:t>
        <a:bodyPr/>
        <a:lstStyle/>
        <a:p>
          <a:r>
            <a:rPr lang="en-US" dirty="0">
              <a:latin typeface="Sofia Pro" panose="00000500000000000000" pitchFamily="50" charset="0"/>
            </a:rPr>
            <a:t>Name Your LLC</a:t>
          </a:r>
        </a:p>
      </dgm:t>
    </dgm:pt>
    <dgm:pt modelId="{9F80DC05-7600-4751-B5E8-86A75ABBF901}" type="parTrans" cxnId="{833B8F66-8753-486D-82A1-505865DD5BE3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AD1196AF-AD68-4AF1-A70D-BB79FC396272}" type="sibTrans" cxnId="{833B8F66-8753-486D-82A1-505865DD5BE3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BE14742C-2140-401A-A852-D6BBE2D2852B}">
      <dgm:prSet phldrT="[Text]"/>
      <dgm:spPr>
        <a:solidFill>
          <a:schemeClr val="bg1">
            <a:lumMod val="95000"/>
          </a:schemeClr>
        </a:solidFill>
        <a:ln>
          <a:solidFill>
            <a:srgbClr val="414042"/>
          </a:solidFill>
        </a:ln>
      </dgm:spPr>
      <dgm:t>
        <a:bodyPr/>
        <a:lstStyle/>
        <a:p>
          <a:r>
            <a:rPr lang="en-US" dirty="0">
              <a:latin typeface="Sofia Pro" panose="00000500000000000000" pitchFamily="50" charset="0"/>
            </a:rPr>
            <a:t>Choose a Registered Agent</a:t>
          </a:r>
        </a:p>
      </dgm:t>
    </dgm:pt>
    <dgm:pt modelId="{C0E5E7DB-21F1-498C-A658-2D4E6F532B0B}" type="parTrans" cxnId="{DE9F6743-1A5F-465B-99D2-433A93FC95B2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69FD3A8A-8718-4C34-A59A-D98CC04F55E5}" type="sibTrans" cxnId="{DE9F6743-1A5F-465B-99D2-433A93FC95B2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8CD7A6B0-186A-4D10-B4DD-766D6F709327}">
      <dgm:prSet phldrT="[Text]"/>
      <dgm:spPr>
        <a:solidFill>
          <a:schemeClr val="bg1">
            <a:lumMod val="95000"/>
          </a:schemeClr>
        </a:solidFill>
        <a:ln>
          <a:solidFill>
            <a:srgbClr val="414042"/>
          </a:solidFill>
        </a:ln>
      </dgm:spPr>
      <dgm:t>
        <a:bodyPr/>
        <a:lstStyle/>
        <a:p>
          <a:r>
            <a:rPr lang="en-US" dirty="0">
              <a:latin typeface="Sofia Pro" panose="00000500000000000000" pitchFamily="50" charset="0"/>
            </a:rPr>
            <a:t>File the Certificate of Organization</a:t>
          </a:r>
        </a:p>
      </dgm:t>
    </dgm:pt>
    <dgm:pt modelId="{E4B97FB3-ACFB-451B-A8BC-FF418B1E285C}" type="parTrans" cxnId="{A9D8AE71-19FF-4E64-BD7B-8F1D49DDE831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1587689B-072A-488A-B52B-00DE0E502C35}" type="sibTrans" cxnId="{A9D8AE71-19FF-4E64-BD7B-8F1D49DDE831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E6450926-C1DF-428B-BF4B-CF252FDD1BDE}">
      <dgm:prSet phldrT="[Text]"/>
      <dgm:spPr>
        <a:solidFill>
          <a:schemeClr val="bg1">
            <a:lumMod val="95000"/>
          </a:schemeClr>
        </a:solidFill>
        <a:ln>
          <a:solidFill>
            <a:srgbClr val="414042"/>
          </a:solidFill>
        </a:ln>
      </dgm:spPr>
      <dgm:t>
        <a:bodyPr/>
        <a:lstStyle/>
        <a:p>
          <a:r>
            <a:rPr lang="en-US" dirty="0">
              <a:latin typeface="Sofia Pro" panose="00000500000000000000" pitchFamily="50" charset="0"/>
            </a:rPr>
            <a:t>Create an Operating Agreement</a:t>
          </a:r>
        </a:p>
      </dgm:t>
    </dgm:pt>
    <dgm:pt modelId="{475520C3-F2C1-4682-88F2-6749BA23920E}" type="parTrans" cxnId="{1EC2A1EA-346F-48BA-A78A-DCEEA1D78C89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DB97D41A-16EB-4DD8-853E-5D1E8C0DBAB7}" type="sibTrans" cxnId="{1EC2A1EA-346F-48BA-A78A-DCEEA1D78C89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41FB3965-3C9A-4DBB-A4F9-4259756A8F48}">
      <dgm:prSet phldrT="[Text]"/>
      <dgm:spPr>
        <a:solidFill>
          <a:schemeClr val="bg1">
            <a:lumMod val="95000"/>
          </a:schemeClr>
        </a:solidFill>
        <a:ln>
          <a:solidFill>
            <a:srgbClr val="414042"/>
          </a:solidFill>
        </a:ln>
      </dgm:spPr>
      <dgm:t>
        <a:bodyPr/>
        <a:lstStyle/>
        <a:p>
          <a:r>
            <a:rPr lang="en-US" dirty="0">
              <a:latin typeface="Sofia Pro" panose="00000500000000000000" pitchFamily="50" charset="0"/>
            </a:rPr>
            <a:t>Get an EIN</a:t>
          </a:r>
        </a:p>
      </dgm:t>
    </dgm:pt>
    <dgm:pt modelId="{F07E6A6C-FA74-42DE-A569-62D5440127E4}" type="parTrans" cxnId="{E3654A4D-992A-4408-A00C-3322BA5239B3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F506C596-8806-48C8-81B1-DDA16B8437A9}" type="sibTrans" cxnId="{E3654A4D-992A-4408-A00C-3322BA5239B3}">
      <dgm:prSet/>
      <dgm:spPr/>
      <dgm:t>
        <a:bodyPr/>
        <a:lstStyle/>
        <a:p>
          <a:endParaRPr lang="en-US">
            <a:latin typeface="Sofia Pro" panose="00000500000000000000" pitchFamily="50" charset="0"/>
          </a:endParaRPr>
        </a:p>
      </dgm:t>
    </dgm:pt>
    <dgm:pt modelId="{B667D02D-4D0A-4D6A-A3B5-EBADDBA772CA}">
      <dgm:prSet phldrT="[Text]"/>
      <dgm:spPr>
        <a:solidFill>
          <a:schemeClr val="bg1">
            <a:lumMod val="95000"/>
          </a:schemeClr>
        </a:solidFill>
        <a:ln>
          <a:solidFill>
            <a:srgbClr val="414042"/>
          </a:solidFill>
        </a:ln>
      </dgm:spPr>
      <dgm:t>
        <a:bodyPr/>
        <a:lstStyle/>
        <a:p>
          <a:r>
            <a:rPr lang="en-US" dirty="0">
              <a:latin typeface="Sofia Pro" panose="00000500000000000000" pitchFamily="50" charset="0"/>
            </a:rPr>
            <a:t>LLC Formed</a:t>
          </a:r>
        </a:p>
      </dgm:t>
    </dgm:pt>
    <dgm:pt modelId="{292D0CB5-6E02-4601-A778-EF2347DBBA96}" type="parTrans" cxnId="{DF3241EC-A5E9-419C-8B16-BA02DCD8B859}">
      <dgm:prSet/>
      <dgm:spPr/>
      <dgm:t>
        <a:bodyPr/>
        <a:lstStyle/>
        <a:p>
          <a:endParaRPr lang="en-US"/>
        </a:p>
      </dgm:t>
    </dgm:pt>
    <dgm:pt modelId="{599BC4C3-1E57-4E3F-94AE-A4533F04783B}" type="sibTrans" cxnId="{DF3241EC-A5E9-419C-8B16-BA02DCD8B859}">
      <dgm:prSet/>
      <dgm:spPr/>
      <dgm:t>
        <a:bodyPr/>
        <a:lstStyle/>
        <a:p>
          <a:endParaRPr lang="en-US"/>
        </a:p>
      </dgm:t>
    </dgm:pt>
    <dgm:pt modelId="{C624446A-A9F4-47B8-82D1-3DE97B75BA35}" type="pres">
      <dgm:prSet presAssocID="{932A5AC1-5C58-4281-B94E-84268906AE6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BD445C4-37B2-4ED9-ABE6-958F2637EC5F}" type="pres">
      <dgm:prSet presAssocID="{B667D02D-4D0A-4D6A-A3B5-EBADDBA772CA}" presName="Accent6" presStyleCnt="0"/>
      <dgm:spPr/>
    </dgm:pt>
    <dgm:pt modelId="{23874673-CE78-487D-AA88-85106D482758}" type="pres">
      <dgm:prSet presAssocID="{B667D02D-4D0A-4D6A-A3B5-EBADDBA772CA}" presName="Accent" presStyleLbl="node1" presStyleIdx="0" presStyleCnt="6"/>
      <dgm:spPr/>
    </dgm:pt>
    <dgm:pt modelId="{5561AC8C-5CA9-42D5-BC17-00EC30F8AB20}" type="pres">
      <dgm:prSet presAssocID="{B667D02D-4D0A-4D6A-A3B5-EBADDBA772CA}" presName="ParentBackground6" presStyleCnt="0"/>
      <dgm:spPr/>
    </dgm:pt>
    <dgm:pt modelId="{9E48EFA8-C1B7-45D8-BB7A-E34A0E330187}" type="pres">
      <dgm:prSet presAssocID="{B667D02D-4D0A-4D6A-A3B5-EBADDBA772CA}" presName="ParentBackground" presStyleLbl="fgAcc1" presStyleIdx="0" presStyleCnt="6"/>
      <dgm:spPr/>
    </dgm:pt>
    <dgm:pt modelId="{E5871419-9F59-4078-8796-0AC5853D5768}" type="pres">
      <dgm:prSet presAssocID="{B667D02D-4D0A-4D6A-A3B5-EBADDBA772CA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ADBB248-D418-4167-ACD3-72751B066D4F}" type="pres">
      <dgm:prSet presAssocID="{41FB3965-3C9A-4DBB-A4F9-4259756A8F48}" presName="Accent5" presStyleCnt="0"/>
      <dgm:spPr/>
    </dgm:pt>
    <dgm:pt modelId="{5F2E945B-5774-4857-B595-E1E5F20E8F3F}" type="pres">
      <dgm:prSet presAssocID="{41FB3965-3C9A-4DBB-A4F9-4259756A8F48}" presName="Accent" presStyleLbl="node1" presStyleIdx="1" presStyleCnt="6"/>
      <dgm:spPr>
        <a:solidFill>
          <a:srgbClr val="414042"/>
        </a:solidFill>
        <a:ln>
          <a:solidFill>
            <a:srgbClr val="414042"/>
          </a:solidFill>
        </a:ln>
      </dgm:spPr>
    </dgm:pt>
    <dgm:pt modelId="{7AD81B1D-4606-4720-83C3-873E00E6CE4A}" type="pres">
      <dgm:prSet presAssocID="{41FB3965-3C9A-4DBB-A4F9-4259756A8F48}" presName="ParentBackground5" presStyleCnt="0"/>
      <dgm:spPr/>
    </dgm:pt>
    <dgm:pt modelId="{EE844FD9-1609-473D-8531-76594907B6A4}" type="pres">
      <dgm:prSet presAssocID="{41FB3965-3C9A-4DBB-A4F9-4259756A8F48}" presName="ParentBackground" presStyleLbl="fgAcc1" presStyleIdx="1" presStyleCnt="6"/>
      <dgm:spPr/>
    </dgm:pt>
    <dgm:pt modelId="{64F83B16-8D86-4540-A95F-FAFED5D97A30}" type="pres">
      <dgm:prSet presAssocID="{41FB3965-3C9A-4DBB-A4F9-4259756A8F48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C3796E63-0126-4E4C-807A-5F2D737FF323}" type="pres">
      <dgm:prSet presAssocID="{E6450926-C1DF-428B-BF4B-CF252FDD1BDE}" presName="Accent4" presStyleCnt="0"/>
      <dgm:spPr/>
    </dgm:pt>
    <dgm:pt modelId="{06B57911-3A02-4620-BE0C-DA1B01B5BDF7}" type="pres">
      <dgm:prSet presAssocID="{E6450926-C1DF-428B-BF4B-CF252FDD1BDE}" presName="Accent" presStyleLbl="node1" presStyleIdx="2" presStyleCnt="6"/>
      <dgm:spPr>
        <a:solidFill>
          <a:srgbClr val="414042"/>
        </a:solidFill>
        <a:ln>
          <a:solidFill>
            <a:srgbClr val="414042"/>
          </a:solidFill>
        </a:ln>
      </dgm:spPr>
    </dgm:pt>
    <dgm:pt modelId="{13422611-13AF-4CE5-B843-9B9C4CCE7358}" type="pres">
      <dgm:prSet presAssocID="{E6450926-C1DF-428B-BF4B-CF252FDD1BDE}" presName="ParentBackground4" presStyleCnt="0"/>
      <dgm:spPr/>
    </dgm:pt>
    <dgm:pt modelId="{018E25DF-6444-41C7-B460-395E0872FB58}" type="pres">
      <dgm:prSet presAssocID="{E6450926-C1DF-428B-BF4B-CF252FDD1BDE}" presName="ParentBackground" presStyleLbl="fgAcc1" presStyleIdx="2" presStyleCnt="6"/>
      <dgm:spPr/>
    </dgm:pt>
    <dgm:pt modelId="{94239757-7B3C-4683-8171-500698EB4FA7}" type="pres">
      <dgm:prSet presAssocID="{E6450926-C1DF-428B-BF4B-CF252FDD1BDE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A281D09-53C1-4A83-8869-969EA3D5C7A1}" type="pres">
      <dgm:prSet presAssocID="{8CD7A6B0-186A-4D10-B4DD-766D6F709327}" presName="Accent3" presStyleCnt="0"/>
      <dgm:spPr/>
    </dgm:pt>
    <dgm:pt modelId="{338DFCB8-A5F2-4590-97A2-04591B3FCA00}" type="pres">
      <dgm:prSet presAssocID="{8CD7A6B0-186A-4D10-B4DD-766D6F709327}" presName="Accent" presStyleLbl="node1" presStyleIdx="3" presStyleCnt="6"/>
      <dgm:spPr>
        <a:solidFill>
          <a:srgbClr val="414042"/>
        </a:solidFill>
        <a:ln>
          <a:solidFill>
            <a:srgbClr val="414042"/>
          </a:solidFill>
        </a:ln>
      </dgm:spPr>
    </dgm:pt>
    <dgm:pt modelId="{187872D6-EF8A-4A31-980A-3A515213FFB0}" type="pres">
      <dgm:prSet presAssocID="{8CD7A6B0-186A-4D10-B4DD-766D6F709327}" presName="ParentBackground3" presStyleCnt="0"/>
      <dgm:spPr/>
    </dgm:pt>
    <dgm:pt modelId="{EE3A0828-3EF0-4B47-AB8A-B8B7EAAA3CEF}" type="pres">
      <dgm:prSet presAssocID="{8CD7A6B0-186A-4D10-B4DD-766D6F709327}" presName="ParentBackground" presStyleLbl="fgAcc1" presStyleIdx="3" presStyleCnt="6" custLinFactNeighborX="-230"/>
      <dgm:spPr/>
    </dgm:pt>
    <dgm:pt modelId="{83902115-DBCC-44BE-8B4A-6562C194EB44}" type="pres">
      <dgm:prSet presAssocID="{8CD7A6B0-186A-4D10-B4DD-766D6F709327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2FD6FF6-BE54-4F76-B7C2-3ECD83348F8F}" type="pres">
      <dgm:prSet presAssocID="{BE14742C-2140-401A-A852-D6BBE2D2852B}" presName="Accent2" presStyleCnt="0"/>
      <dgm:spPr/>
    </dgm:pt>
    <dgm:pt modelId="{6A4C4E24-CF63-4F0A-BADB-70F63BD40175}" type="pres">
      <dgm:prSet presAssocID="{BE14742C-2140-401A-A852-D6BBE2D2852B}" presName="Accent" presStyleLbl="node1" presStyleIdx="4" presStyleCnt="6"/>
      <dgm:spPr>
        <a:solidFill>
          <a:srgbClr val="414042"/>
        </a:solidFill>
        <a:ln>
          <a:solidFill>
            <a:srgbClr val="414042"/>
          </a:solidFill>
        </a:ln>
      </dgm:spPr>
    </dgm:pt>
    <dgm:pt modelId="{C7F4D613-210D-4C6D-A3BE-BB367B354EE5}" type="pres">
      <dgm:prSet presAssocID="{BE14742C-2140-401A-A852-D6BBE2D2852B}" presName="ParentBackground2" presStyleCnt="0"/>
      <dgm:spPr/>
    </dgm:pt>
    <dgm:pt modelId="{98E0A555-DFAD-4308-97C4-3D054920C9E0}" type="pres">
      <dgm:prSet presAssocID="{BE14742C-2140-401A-A852-D6BBE2D2852B}" presName="ParentBackground" presStyleLbl="fgAcc1" presStyleIdx="4" presStyleCnt="6"/>
      <dgm:spPr/>
    </dgm:pt>
    <dgm:pt modelId="{F988C62D-C415-4B15-8494-3A2E8F69F0F7}" type="pres">
      <dgm:prSet presAssocID="{BE14742C-2140-401A-A852-D6BBE2D2852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F41D372-F538-4B26-B34E-523B747EE507}" type="pres">
      <dgm:prSet presAssocID="{F8424F76-46D3-46DE-B30C-C076F9223528}" presName="Accent1" presStyleCnt="0"/>
      <dgm:spPr/>
    </dgm:pt>
    <dgm:pt modelId="{3598CA25-D353-4505-B9FD-603654FAE55F}" type="pres">
      <dgm:prSet presAssocID="{F8424F76-46D3-46DE-B30C-C076F9223528}" presName="Accent" presStyleLbl="node1" presStyleIdx="5" presStyleCnt="6"/>
      <dgm:spPr>
        <a:solidFill>
          <a:srgbClr val="414042"/>
        </a:solidFill>
        <a:ln>
          <a:solidFill>
            <a:srgbClr val="414042"/>
          </a:solidFill>
        </a:ln>
      </dgm:spPr>
    </dgm:pt>
    <dgm:pt modelId="{67FB90EB-BB68-41D4-A65D-3695DD6313A0}" type="pres">
      <dgm:prSet presAssocID="{F8424F76-46D3-46DE-B30C-C076F9223528}" presName="ParentBackground1" presStyleCnt="0"/>
      <dgm:spPr/>
    </dgm:pt>
    <dgm:pt modelId="{5D9EBFA9-012A-491E-8931-7E52CA0866CB}" type="pres">
      <dgm:prSet presAssocID="{F8424F76-46D3-46DE-B30C-C076F9223528}" presName="ParentBackground" presStyleLbl="fgAcc1" presStyleIdx="5" presStyleCnt="6"/>
      <dgm:spPr/>
    </dgm:pt>
    <dgm:pt modelId="{62321B05-148F-4333-83A1-5D253B6F4E0D}" type="pres">
      <dgm:prSet presAssocID="{F8424F76-46D3-46DE-B30C-C076F922352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F4897102-92D1-49E9-A474-387B4A72501E}" type="presOf" srcId="{41FB3965-3C9A-4DBB-A4F9-4259756A8F48}" destId="{64F83B16-8D86-4540-A95F-FAFED5D97A30}" srcOrd="1" destOrd="0" presId="urn:microsoft.com/office/officeart/2011/layout/CircleProcess"/>
    <dgm:cxn modelId="{58DD7203-9A91-4222-AECF-1A86D488B19A}" type="presOf" srcId="{8CD7A6B0-186A-4D10-B4DD-766D6F709327}" destId="{EE3A0828-3EF0-4B47-AB8A-B8B7EAAA3CEF}" srcOrd="0" destOrd="0" presId="urn:microsoft.com/office/officeart/2011/layout/CircleProcess"/>
    <dgm:cxn modelId="{82AF6624-BECF-48D3-A125-994F1310CD0C}" type="presOf" srcId="{F8424F76-46D3-46DE-B30C-C076F9223528}" destId="{62321B05-148F-4333-83A1-5D253B6F4E0D}" srcOrd="1" destOrd="0" presId="urn:microsoft.com/office/officeart/2011/layout/CircleProcess"/>
    <dgm:cxn modelId="{3F52D231-3338-4DD0-ACEB-704A3D1070F5}" type="presOf" srcId="{41FB3965-3C9A-4DBB-A4F9-4259756A8F48}" destId="{EE844FD9-1609-473D-8531-76594907B6A4}" srcOrd="0" destOrd="0" presId="urn:microsoft.com/office/officeart/2011/layout/CircleProcess"/>
    <dgm:cxn modelId="{0BD43E34-62CB-4779-AAE4-4B745DE372C0}" type="presOf" srcId="{F8424F76-46D3-46DE-B30C-C076F9223528}" destId="{5D9EBFA9-012A-491E-8931-7E52CA0866CB}" srcOrd="0" destOrd="0" presId="urn:microsoft.com/office/officeart/2011/layout/CircleProcess"/>
    <dgm:cxn modelId="{DE9F6743-1A5F-465B-99D2-433A93FC95B2}" srcId="{932A5AC1-5C58-4281-B94E-84268906AE60}" destId="{BE14742C-2140-401A-A852-D6BBE2D2852B}" srcOrd="1" destOrd="0" parTransId="{C0E5E7DB-21F1-498C-A658-2D4E6F532B0B}" sibTransId="{69FD3A8A-8718-4C34-A59A-D98CC04F55E5}"/>
    <dgm:cxn modelId="{833B8F66-8753-486D-82A1-505865DD5BE3}" srcId="{932A5AC1-5C58-4281-B94E-84268906AE60}" destId="{F8424F76-46D3-46DE-B30C-C076F9223528}" srcOrd="0" destOrd="0" parTransId="{9F80DC05-7600-4751-B5E8-86A75ABBF901}" sibTransId="{AD1196AF-AD68-4AF1-A70D-BB79FC396272}"/>
    <dgm:cxn modelId="{44F5BC49-670F-4ABD-8966-85CE9188BA60}" type="presOf" srcId="{BE14742C-2140-401A-A852-D6BBE2D2852B}" destId="{98E0A555-DFAD-4308-97C4-3D054920C9E0}" srcOrd="0" destOrd="0" presId="urn:microsoft.com/office/officeart/2011/layout/CircleProcess"/>
    <dgm:cxn modelId="{E3654A4D-992A-4408-A00C-3322BA5239B3}" srcId="{932A5AC1-5C58-4281-B94E-84268906AE60}" destId="{41FB3965-3C9A-4DBB-A4F9-4259756A8F48}" srcOrd="4" destOrd="0" parTransId="{F07E6A6C-FA74-42DE-A569-62D5440127E4}" sibTransId="{F506C596-8806-48C8-81B1-DDA16B8437A9}"/>
    <dgm:cxn modelId="{6F4F3670-2A08-4A60-A2D4-D2657F3C7418}" type="presOf" srcId="{BE14742C-2140-401A-A852-D6BBE2D2852B}" destId="{F988C62D-C415-4B15-8494-3A2E8F69F0F7}" srcOrd="1" destOrd="0" presId="urn:microsoft.com/office/officeart/2011/layout/CircleProcess"/>
    <dgm:cxn modelId="{A9D8AE71-19FF-4E64-BD7B-8F1D49DDE831}" srcId="{932A5AC1-5C58-4281-B94E-84268906AE60}" destId="{8CD7A6B0-186A-4D10-B4DD-766D6F709327}" srcOrd="2" destOrd="0" parTransId="{E4B97FB3-ACFB-451B-A8BC-FF418B1E285C}" sibTransId="{1587689B-072A-488A-B52B-00DE0E502C35}"/>
    <dgm:cxn modelId="{F1B9117D-693B-4DBD-94DA-C31F5ACF63F9}" type="presOf" srcId="{8CD7A6B0-186A-4D10-B4DD-766D6F709327}" destId="{83902115-DBCC-44BE-8B4A-6562C194EB44}" srcOrd="1" destOrd="0" presId="urn:microsoft.com/office/officeart/2011/layout/CircleProcess"/>
    <dgm:cxn modelId="{26CC9384-2023-4825-986B-89036D052201}" type="presOf" srcId="{E6450926-C1DF-428B-BF4B-CF252FDD1BDE}" destId="{94239757-7B3C-4683-8171-500698EB4FA7}" srcOrd="1" destOrd="0" presId="urn:microsoft.com/office/officeart/2011/layout/CircleProcess"/>
    <dgm:cxn modelId="{96E90E8E-A79C-4C7F-9DB9-2C8E5D7CBCE1}" type="presOf" srcId="{B667D02D-4D0A-4D6A-A3B5-EBADDBA772CA}" destId="{9E48EFA8-C1B7-45D8-BB7A-E34A0E330187}" srcOrd="0" destOrd="0" presId="urn:microsoft.com/office/officeart/2011/layout/CircleProcess"/>
    <dgm:cxn modelId="{AF7EDD8E-D806-42B4-A5BD-80D46ECC9513}" type="presOf" srcId="{E6450926-C1DF-428B-BF4B-CF252FDD1BDE}" destId="{018E25DF-6444-41C7-B460-395E0872FB58}" srcOrd="0" destOrd="0" presId="urn:microsoft.com/office/officeart/2011/layout/CircleProcess"/>
    <dgm:cxn modelId="{7D50DB96-53E9-4EAA-9491-9EDF37F122A5}" type="presOf" srcId="{932A5AC1-5C58-4281-B94E-84268906AE60}" destId="{C624446A-A9F4-47B8-82D1-3DE97B75BA35}" srcOrd="0" destOrd="0" presId="urn:microsoft.com/office/officeart/2011/layout/CircleProcess"/>
    <dgm:cxn modelId="{494020C2-1FE0-4218-86D7-AB635A546AE5}" type="presOf" srcId="{B667D02D-4D0A-4D6A-A3B5-EBADDBA772CA}" destId="{E5871419-9F59-4078-8796-0AC5853D5768}" srcOrd="1" destOrd="0" presId="urn:microsoft.com/office/officeart/2011/layout/CircleProcess"/>
    <dgm:cxn modelId="{1EC2A1EA-346F-48BA-A78A-DCEEA1D78C89}" srcId="{932A5AC1-5C58-4281-B94E-84268906AE60}" destId="{E6450926-C1DF-428B-BF4B-CF252FDD1BDE}" srcOrd="3" destOrd="0" parTransId="{475520C3-F2C1-4682-88F2-6749BA23920E}" sibTransId="{DB97D41A-16EB-4DD8-853E-5D1E8C0DBAB7}"/>
    <dgm:cxn modelId="{DF3241EC-A5E9-419C-8B16-BA02DCD8B859}" srcId="{932A5AC1-5C58-4281-B94E-84268906AE60}" destId="{B667D02D-4D0A-4D6A-A3B5-EBADDBA772CA}" srcOrd="5" destOrd="0" parTransId="{292D0CB5-6E02-4601-A778-EF2347DBBA96}" sibTransId="{599BC4C3-1E57-4E3F-94AE-A4533F04783B}"/>
    <dgm:cxn modelId="{588EE1F2-C08A-4F9C-91A1-97395914EDB3}" type="presParOf" srcId="{C624446A-A9F4-47B8-82D1-3DE97B75BA35}" destId="{1BD445C4-37B2-4ED9-ABE6-958F2637EC5F}" srcOrd="0" destOrd="0" presId="urn:microsoft.com/office/officeart/2011/layout/CircleProcess"/>
    <dgm:cxn modelId="{B1C5750F-B36D-4E47-A70F-46470DD81948}" type="presParOf" srcId="{1BD445C4-37B2-4ED9-ABE6-958F2637EC5F}" destId="{23874673-CE78-487D-AA88-85106D482758}" srcOrd="0" destOrd="0" presId="urn:microsoft.com/office/officeart/2011/layout/CircleProcess"/>
    <dgm:cxn modelId="{B00D4B49-7211-4359-87E9-3AC91023A839}" type="presParOf" srcId="{C624446A-A9F4-47B8-82D1-3DE97B75BA35}" destId="{5561AC8C-5CA9-42D5-BC17-00EC30F8AB20}" srcOrd="1" destOrd="0" presId="urn:microsoft.com/office/officeart/2011/layout/CircleProcess"/>
    <dgm:cxn modelId="{9755399C-E6A2-464B-A148-5C0B99D09E12}" type="presParOf" srcId="{5561AC8C-5CA9-42D5-BC17-00EC30F8AB20}" destId="{9E48EFA8-C1B7-45D8-BB7A-E34A0E330187}" srcOrd="0" destOrd="0" presId="urn:microsoft.com/office/officeart/2011/layout/CircleProcess"/>
    <dgm:cxn modelId="{004D23A6-A568-4975-A101-EF42F675B626}" type="presParOf" srcId="{C624446A-A9F4-47B8-82D1-3DE97B75BA35}" destId="{E5871419-9F59-4078-8796-0AC5853D5768}" srcOrd="2" destOrd="0" presId="urn:microsoft.com/office/officeart/2011/layout/CircleProcess"/>
    <dgm:cxn modelId="{FBE3A090-0A06-4A51-8532-606D461BD4C8}" type="presParOf" srcId="{C624446A-A9F4-47B8-82D1-3DE97B75BA35}" destId="{9ADBB248-D418-4167-ACD3-72751B066D4F}" srcOrd="3" destOrd="0" presId="urn:microsoft.com/office/officeart/2011/layout/CircleProcess"/>
    <dgm:cxn modelId="{1332566B-6DC1-4A81-BF09-FA0B04375F23}" type="presParOf" srcId="{9ADBB248-D418-4167-ACD3-72751B066D4F}" destId="{5F2E945B-5774-4857-B595-E1E5F20E8F3F}" srcOrd="0" destOrd="0" presId="urn:microsoft.com/office/officeart/2011/layout/CircleProcess"/>
    <dgm:cxn modelId="{0C748E7E-F253-4F9C-9ADF-2AD318EDF977}" type="presParOf" srcId="{C624446A-A9F4-47B8-82D1-3DE97B75BA35}" destId="{7AD81B1D-4606-4720-83C3-873E00E6CE4A}" srcOrd="4" destOrd="0" presId="urn:microsoft.com/office/officeart/2011/layout/CircleProcess"/>
    <dgm:cxn modelId="{8D120D9F-206E-446B-80F3-581CE6629D0C}" type="presParOf" srcId="{7AD81B1D-4606-4720-83C3-873E00E6CE4A}" destId="{EE844FD9-1609-473D-8531-76594907B6A4}" srcOrd="0" destOrd="0" presId="urn:microsoft.com/office/officeart/2011/layout/CircleProcess"/>
    <dgm:cxn modelId="{FAD538EC-395A-4642-8696-A98834C58429}" type="presParOf" srcId="{C624446A-A9F4-47B8-82D1-3DE97B75BA35}" destId="{64F83B16-8D86-4540-A95F-FAFED5D97A30}" srcOrd="5" destOrd="0" presId="urn:microsoft.com/office/officeart/2011/layout/CircleProcess"/>
    <dgm:cxn modelId="{B14AD182-D447-4FC4-9950-A5E5695E915A}" type="presParOf" srcId="{C624446A-A9F4-47B8-82D1-3DE97B75BA35}" destId="{C3796E63-0126-4E4C-807A-5F2D737FF323}" srcOrd="6" destOrd="0" presId="urn:microsoft.com/office/officeart/2011/layout/CircleProcess"/>
    <dgm:cxn modelId="{0A125640-9603-41E6-A7A7-6F90D6743243}" type="presParOf" srcId="{C3796E63-0126-4E4C-807A-5F2D737FF323}" destId="{06B57911-3A02-4620-BE0C-DA1B01B5BDF7}" srcOrd="0" destOrd="0" presId="urn:microsoft.com/office/officeart/2011/layout/CircleProcess"/>
    <dgm:cxn modelId="{50BA23DA-92DF-49C5-8939-0F68A2E0776A}" type="presParOf" srcId="{C624446A-A9F4-47B8-82D1-3DE97B75BA35}" destId="{13422611-13AF-4CE5-B843-9B9C4CCE7358}" srcOrd="7" destOrd="0" presId="urn:microsoft.com/office/officeart/2011/layout/CircleProcess"/>
    <dgm:cxn modelId="{A2FBFF1C-AEE4-4184-990F-43D04A655487}" type="presParOf" srcId="{13422611-13AF-4CE5-B843-9B9C4CCE7358}" destId="{018E25DF-6444-41C7-B460-395E0872FB58}" srcOrd="0" destOrd="0" presId="urn:microsoft.com/office/officeart/2011/layout/CircleProcess"/>
    <dgm:cxn modelId="{F021E9F4-CC20-484A-806E-58CB1A87B2A1}" type="presParOf" srcId="{C624446A-A9F4-47B8-82D1-3DE97B75BA35}" destId="{94239757-7B3C-4683-8171-500698EB4FA7}" srcOrd="8" destOrd="0" presId="urn:microsoft.com/office/officeart/2011/layout/CircleProcess"/>
    <dgm:cxn modelId="{F26FC1DF-681A-47E9-8654-E4F51C80327E}" type="presParOf" srcId="{C624446A-A9F4-47B8-82D1-3DE97B75BA35}" destId="{9A281D09-53C1-4A83-8869-969EA3D5C7A1}" srcOrd="9" destOrd="0" presId="urn:microsoft.com/office/officeart/2011/layout/CircleProcess"/>
    <dgm:cxn modelId="{8442193A-8F47-41E0-8A7B-842F74ACC348}" type="presParOf" srcId="{9A281D09-53C1-4A83-8869-969EA3D5C7A1}" destId="{338DFCB8-A5F2-4590-97A2-04591B3FCA00}" srcOrd="0" destOrd="0" presId="urn:microsoft.com/office/officeart/2011/layout/CircleProcess"/>
    <dgm:cxn modelId="{44F6412A-F98C-43A8-A7AE-13E733066EAC}" type="presParOf" srcId="{C624446A-A9F4-47B8-82D1-3DE97B75BA35}" destId="{187872D6-EF8A-4A31-980A-3A515213FFB0}" srcOrd="10" destOrd="0" presId="urn:microsoft.com/office/officeart/2011/layout/CircleProcess"/>
    <dgm:cxn modelId="{7FB70493-68EA-469B-B341-AA35CB232570}" type="presParOf" srcId="{187872D6-EF8A-4A31-980A-3A515213FFB0}" destId="{EE3A0828-3EF0-4B47-AB8A-B8B7EAAA3CEF}" srcOrd="0" destOrd="0" presId="urn:microsoft.com/office/officeart/2011/layout/CircleProcess"/>
    <dgm:cxn modelId="{373C2EFC-D1A8-4555-8A36-990011F88619}" type="presParOf" srcId="{C624446A-A9F4-47B8-82D1-3DE97B75BA35}" destId="{83902115-DBCC-44BE-8B4A-6562C194EB44}" srcOrd="11" destOrd="0" presId="urn:microsoft.com/office/officeart/2011/layout/CircleProcess"/>
    <dgm:cxn modelId="{A6214B5E-6D2C-4100-BE9A-DC1590A681B7}" type="presParOf" srcId="{C624446A-A9F4-47B8-82D1-3DE97B75BA35}" destId="{F2FD6FF6-BE54-4F76-B7C2-3ECD83348F8F}" srcOrd="12" destOrd="0" presId="urn:microsoft.com/office/officeart/2011/layout/CircleProcess"/>
    <dgm:cxn modelId="{093EECC5-071E-48ED-9D70-82886D240342}" type="presParOf" srcId="{F2FD6FF6-BE54-4F76-B7C2-3ECD83348F8F}" destId="{6A4C4E24-CF63-4F0A-BADB-70F63BD40175}" srcOrd="0" destOrd="0" presId="urn:microsoft.com/office/officeart/2011/layout/CircleProcess"/>
    <dgm:cxn modelId="{A4D4AFE3-B0D3-4E21-849A-8024220ECEF2}" type="presParOf" srcId="{C624446A-A9F4-47B8-82D1-3DE97B75BA35}" destId="{C7F4D613-210D-4C6D-A3BE-BB367B354EE5}" srcOrd="13" destOrd="0" presId="urn:microsoft.com/office/officeart/2011/layout/CircleProcess"/>
    <dgm:cxn modelId="{7D1C21AA-7C78-453F-8C9C-0B431ADFE0AE}" type="presParOf" srcId="{C7F4D613-210D-4C6D-A3BE-BB367B354EE5}" destId="{98E0A555-DFAD-4308-97C4-3D054920C9E0}" srcOrd="0" destOrd="0" presId="urn:microsoft.com/office/officeart/2011/layout/CircleProcess"/>
    <dgm:cxn modelId="{71A34287-7B2C-41EF-9468-FA6BDEEBEA00}" type="presParOf" srcId="{C624446A-A9F4-47B8-82D1-3DE97B75BA35}" destId="{F988C62D-C415-4B15-8494-3A2E8F69F0F7}" srcOrd="14" destOrd="0" presId="urn:microsoft.com/office/officeart/2011/layout/CircleProcess"/>
    <dgm:cxn modelId="{937C8712-2967-469C-A1BC-91540095D4DB}" type="presParOf" srcId="{C624446A-A9F4-47B8-82D1-3DE97B75BA35}" destId="{1F41D372-F538-4B26-B34E-523B747EE507}" srcOrd="15" destOrd="0" presId="urn:microsoft.com/office/officeart/2011/layout/CircleProcess"/>
    <dgm:cxn modelId="{A88B3E06-00F1-4AF8-BFF4-6B3F2EC0C351}" type="presParOf" srcId="{1F41D372-F538-4B26-B34E-523B747EE507}" destId="{3598CA25-D353-4505-B9FD-603654FAE55F}" srcOrd="0" destOrd="0" presId="urn:microsoft.com/office/officeart/2011/layout/CircleProcess"/>
    <dgm:cxn modelId="{49875EB0-688A-4A08-9E15-21DEEA043341}" type="presParOf" srcId="{C624446A-A9F4-47B8-82D1-3DE97B75BA35}" destId="{67FB90EB-BB68-41D4-A65D-3695DD6313A0}" srcOrd="16" destOrd="0" presId="urn:microsoft.com/office/officeart/2011/layout/CircleProcess"/>
    <dgm:cxn modelId="{4A03AE91-8150-42A1-AFAE-222CA91C5BB4}" type="presParOf" srcId="{67FB90EB-BB68-41D4-A65D-3695DD6313A0}" destId="{5D9EBFA9-012A-491E-8931-7E52CA0866CB}" srcOrd="0" destOrd="0" presId="urn:microsoft.com/office/officeart/2011/layout/CircleProcess"/>
    <dgm:cxn modelId="{2E3B9A78-69DE-42AF-91B0-8731DFC786CF}" type="presParOf" srcId="{C624446A-A9F4-47B8-82D1-3DE97B75BA35}" destId="{62321B05-148F-4333-83A1-5D253B6F4E0D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74673-CE78-487D-AA88-85106D482758}">
      <dsp:nvSpPr>
        <dsp:cNvPr id="0" name=""/>
        <dsp:cNvSpPr/>
      </dsp:nvSpPr>
      <dsp:spPr>
        <a:xfrm>
          <a:off x="8424042" y="1104234"/>
          <a:ext cx="1552886" cy="155259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2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E48EFA8-C1B7-45D8-BB7A-E34A0E330187}">
      <dsp:nvSpPr>
        <dsp:cNvPr id="0" name=""/>
        <dsp:cNvSpPr/>
      </dsp:nvSpPr>
      <dsp:spPr>
        <a:xfrm>
          <a:off x="8476332" y="1155996"/>
          <a:ext cx="1449295" cy="1449067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rgbClr val="41404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Sofia Pro" panose="00000500000000000000" pitchFamily="50" charset="0"/>
            </a:rPr>
            <a:t>LLC Formed</a:t>
          </a:r>
        </a:p>
      </dsp:txBody>
      <dsp:txXfrm>
        <a:off x="8683515" y="1363045"/>
        <a:ext cx="1034928" cy="1034970"/>
      </dsp:txXfrm>
    </dsp:sp>
    <dsp:sp modelId="{5F2E945B-5774-4857-B595-E1E5F20E8F3F}">
      <dsp:nvSpPr>
        <dsp:cNvPr id="0" name=""/>
        <dsp:cNvSpPr/>
      </dsp:nvSpPr>
      <dsp:spPr>
        <a:xfrm rot="2700000">
          <a:off x="6819963" y="1104060"/>
          <a:ext cx="1552667" cy="1552667"/>
        </a:xfrm>
        <a:prstGeom prst="teardrop">
          <a:avLst>
            <a:gd name="adj" fmla="val 100000"/>
          </a:avLst>
        </a:prstGeom>
        <a:solidFill>
          <a:srgbClr val="414042"/>
        </a:solidFill>
        <a:ln>
          <a:solidFill>
            <a:srgbClr val="41404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E844FD9-1609-473D-8531-76594907B6A4}">
      <dsp:nvSpPr>
        <dsp:cNvPr id="0" name=""/>
        <dsp:cNvSpPr/>
      </dsp:nvSpPr>
      <dsp:spPr>
        <a:xfrm>
          <a:off x="6872142" y="1155996"/>
          <a:ext cx="1449295" cy="1449067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rgbClr val="41404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Sofia Pro" panose="00000500000000000000" pitchFamily="50" charset="0"/>
            </a:rPr>
            <a:t>Get an EIN</a:t>
          </a:r>
        </a:p>
      </dsp:txBody>
      <dsp:txXfrm>
        <a:off x="7079326" y="1363045"/>
        <a:ext cx="1034928" cy="1034970"/>
      </dsp:txXfrm>
    </dsp:sp>
    <dsp:sp modelId="{06B57911-3A02-4620-BE0C-DA1B01B5BDF7}">
      <dsp:nvSpPr>
        <dsp:cNvPr id="0" name=""/>
        <dsp:cNvSpPr/>
      </dsp:nvSpPr>
      <dsp:spPr>
        <a:xfrm rot="2700000">
          <a:off x="5215774" y="1104060"/>
          <a:ext cx="1552667" cy="1552667"/>
        </a:xfrm>
        <a:prstGeom prst="teardrop">
          <a:avLst>
            <a:gd name="adj" fmla="val 100000"/>
          </a:avLst>
        </a:prstGeom>
        <a:solidFill>
          <a:srgbClr val="414042"/>
        </a:solidFill>
        <a:ln>
          <a:solidFill>
            <a:srgbClr val="41404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18E25DF-6444-41C7-B460-395E0872FB58}">
      <dsp:nvSpPr>
        <dsp:cNvPr id="0" name=""/>
        <dsp:cNvSpPr/>
      </dsp:nvSpPr>
      <dsp:spPr>
        <a:xfrm>
          <a:off x="5267953" y="1155996"/>
          <a:ext cx="1449295" cy="1449067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rgbClr val="41404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Sofia Pro" panose="00000500000000000000" pitchFamily="50" charset="0"/>
            </a:rPr>
            <a:t>Create an Operating Agreement</a:t>
          </a:r>
        </a:p>
      </dsp:txBody>
      <dsp:txXfrm>
        <a:off x="5475136" y="1363045"/>
        <a:ext cx="1034928" cy="1034970"/>
      </dsp:txXfrm>
    </dsp:sp>
    <dsp:sp modelId="{338DFCB8-A5F2-4590-97A2-04591B3FCA00}">
      <dsp:nvSpPr>
        <dsp:cNvPr id="0" name=""/>
        <dsp:cNvSpPr/>
      </dsp:nvSpPr>
      <dsp:spPr>
        <a:xfrm rot="2700000">
          <a:off x="3611585" y="1104060"/>
          <a:ext cx="1552667" cy="1552667"/>
        </a:xfrm>
        <a:prstGeom prst="teardrop">
          <a:avLst>
            <a:gd name="adj" fmla="val 100000"/>
          </a:avLst>
        </a:prstGeom>
        <a:solidFill>
          <a:srgbClr val="414042"/>
        </a:solidFill>
        <a:ln>
          <a:solidFill>
            <a:srgbClr val="41404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E3A0828-3EF0-4B47-AB8A-B8B7EAAA3CEF}">
      <dsp:nvSpPr>
        <dsp:cNvPr id="0" name=""/>
        <dsp:cNvSpPr/>
      </dsp:nvSpPr>
      <dsp:spPr>
        <a:xfrm>
          <a:off x="3660431" y="1155996"/>
          <a:ext cx="1449295" cy="1449067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rgbClr val="41404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Sofia Pro" panose="00000500000000000000" pitchFamily="50" charset="0"/>
            </a:rPr>
            <a:t>File the Certificate of Organization</a:t>
          </a:r>
        </a:p>
      </dsp:txBody>
      <dsp:txXfrm>
        <a:off x="3866627" y="1363045"/>
        <a:ext cx="1034928" cy="1034970"/>
      </dsp:txXfrm>
    </dsp:sp>
    <dsp:sp modelId="{6A4C4E24-CF63-4F0A-BADB-70F63BD40175}">
      <dsp:nvSpPr>
        <dsp:cNvPr id="0" name=""/>
        <dsp:cNvSpPr/>
      </dsp:nvSpPr>
      <dsp:spPr>
        <a:xfrm rot="2700000">
          <a:off x="2007395" y="1104060"/>
          <a:ext cx="1552667" cy="1552667"/>
        </a:xfrm>
        <a:prstGeom prst="teardrop">
          <a:avLst>
            <a:gd name="adj" fmla="val 100000"/>
          </a:avLst>
        </a:prstGeom>
        <a:solidFill>
          <a:srgbClr val="414042"/>
        </a:solidFill>
        <a:ln>
          <a:solidFill>
            <a:srgbClr val="41404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E0A555-DFAD-4308-97C4-3D054920C9E0}">
      <dsp:nvSpPr>
        <dsp:cNvPr id="0" name=""/>
        <dsp:cNvSpPr/>
      </dsp:nvSpPr>
      <dsp:spPr>
        <a:xfrm>
          <a:off x="2059575" y="1155996"/>
          <a:ext cx="1449295" cy="1449067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rgbClr val="41404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Sofia Pro" panose="00000500000000000000" pitchFamily="50" charset="0"/>
            </a:rPr>
            <a:t>Choose a Registered Agent</a:t>
          </a:r>
        </a:p>
      </dsp:txBody>
      <dsp:txXfrm>
        <a:off x="2265772" y="1363045"/>
        <a:ext cx="1034928" cy="1034970"/>
      </dsp:txXfrm>
    </dsp:sp>
    <dsp:sp modelId="{3598CA25-D353-4505-B9FD-603654FAE55F}">
      <dsp:nvSpPr>
        <dsp:cNvPr id="0" name=""/>
        <dsp:cNvSpPr/>
      </dsp:nvSpPr>
      <dsp:spPr>
        <a:xfrm rot="2700000">
          <a:off x="403206" y="1104060"/>
          <a:ext cx="1552667" cy="1552667"/>
        </a:xfrm>
        <a:prstGeom prst="teardrop">
          <a:avLst>
            <a:gd name="adj" fmla="val 100000"/>
          </a:avLst>
        </a:prstGeom>
        <a:solidFill>
          <a:srgbClr val="414042"/>
        </a:solidFill>
        <a:ln>
          <a:solidFill>
            <a:srgbClr val="41404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9EBFA9-012A-491E-8931-7E52CA0866CB}">
      <dsp:nvSpPr>
        <dsp:cNvPr id="0" name=""/>
        <dsp:cNvSpPr/>
      </dsp:nvSpPr>
      <dsp:spPr>
        <a:xfrm>
          <a:off x="454400" y="1155996"/>
          <a:ext cx="1449295" cy="1449067"/>
        </a:xfrm>
        <a:prstGeom prst="ellipse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rgbClr val="414042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Sofia Pro" panose="00000500000000000000" pitchFamily="50" charset="0"/>
            </a:rPr>
            <a:t>Name Your LLC</a:t>
          </a:r>
        </a:p>
      </dsp:txBody>
      <dsp:txXfrm>
        <a:off x="661583" y="1363045"/>
        <a:ext cx="1034928" cy="1034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ions.utah.gov/business-entities/business-name-conventions-and-policies/" TargetMode="External"/><Relationship Id="rId2" Type="http://schemas.openxmlformats.org/officeDocument/2006/relationships/hyperlink" Target="https://secure.utah.gov/bes/index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rporations.utah.gov/wp-content/uploads/2021/09/llcdomestic.pdf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forms.com/operating-agreements/ut/" TargetMode="External"/><Relationship Id="rId2" Type="http://schemas.openxmlformats.org/officeDocument/2006/relationships/hyperlink" Target="https://www.rocketlawyer.com/secure/interview/questions.aspx?document=109232860&amp;question=last&amp;id=2060#/q1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irs.gov/pub/irs-pdf/fss4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hyperlink" Target="mailto:ggmm3576@gmail.com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Milestone #3: Entity Established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Gaurav K Mishra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1D10-F652-0CB8-FB79-B08F8CF4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24068-5B7A-8C79-F8DD-3ABCF0343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4068" lvl="1" indent="-342900">
              <a:buFont typeface="+mj-lt"/>
              <a:buAutoNum type="arabicPeriod"/>
            </a:pPr>
            <a:r>
              <a:rPr lang="en-US" dirty="0"/>
              <a:t>Sole Proprietorships 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/>
              <a:t>Partnerships 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/>
              <a:t>Corporations 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/>
              <a:t>S Corporations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/>
              <a:t>Limited Liability Company (LLC)</a:t>
            </a:r>
          </a:p>
        </p:txBody>
      </p:sp>
    </p:spTree>
    <p:extLst>
      <p:ext uri="{BB962C8B-B14F-4D97-AF65-F5344CB8AC3E}">
        <p14:creationId xmlns:p14="http://schemas.microsoft.com/office/powerpoint/2010/main" val="200689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Getting Started With Your LLC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E32E997-F307-EF0B-0E39-230E3F23D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36139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3463-6160-9D0C-AC64-82E749E7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Your LLC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40314-7636-7324-BDF8-61B4CC3232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Business Name Search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 requires L.L.C., L.C., or limited company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Restricted words exist that require additional license/paperwork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use words that confuse with government agencies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Business Name Conventions and Policies Guidelines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818D0E-EC2C-B45F-2871-CED887B7F4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l="10705" t="10794" r="10311"/>
          <a:stretch/>
        </p:blipFill>
        <p:spPr>
          <a:xfrm>
            <a:off x="6124574" y="2505075"/>
            <a:ext cx="5686425" cy="2955809"/>
          </a:xfrm>
        </p:spPr>
      </p:pic>
    </p:spTree>
    <p:extLst>
      <p:ext uri="{BB962C8B-B14F-4D97-AF65-F5344CB8AC3E}">
        <p14:creationId xmlns:p14="http://schemas.microsoft.com/office/powerpoint/2010/main" val="402536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BEB-8C77-6074-2F8C-E9455E37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a Registered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FDC-8016-0460-8BE8-2BA9095C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Registered Agent – an individual or business entity responsible for receiving important tax forms, legal documents, a notice of lawsuits, and official government correspondence on behalf of your business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 of registered agent: $150 - $300 per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Advantages of having a registered agent: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Compliance with the Law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Peace of mind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Flexibility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1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4ED6-269D-4335-17BF-BDBD49B2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the Utah LLC Certificate of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09EF-199B-EB01-F789-0FB471053D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Certificate of Organization </a:t>
            </a:r>
            <a:r>
              <a:rPr lang="en-US" dirty="0"/>
              <a:t>includes:</a:t>
            </a:r>
          </a:p>
          <a:p>
            <a:pPr lvl="1"/>
            <a:r>
              <a:rPr lang="en-US" dirty="0"/>
              <a:t>LLC Name </a:t>
            </a:r>
          </a:p>
          <a:p>
            <a:pPr lvl="1"/>
            <a:r>
              <a:rPr lang="en-US" dirty="0"/>
              <a:t>LLC’s Registered Agent </a:t>
            </a:r>
          </a:p>
          <a:p>
            <a:pPr lvl="1"/>
            <a:r>
              <a:rPr lang="en-US" dirty="0"/>
              <a:t>LLC’s business address</a:t>
            </a:r>
          </a:p>
          <a:p>
            <a:pPr lvl="1"/>
            <a:r>
              <a:rPr lang="en-US" dirty="0"/>
              <a:t>Effective date of your LLC </a:t>
            </a:r>
          </a:p>
          <a:p>
            <a:pPr lvl="1"/>
            <a:r>
              <a:rPr lang="en-US" dirty="0"/>
              <a:t>Duration of your LLC</a:t>
            </a:r>
            <a:br>
              <a:rPr lang="en-US" dirty="0"/>
            </a:br>
            <a:r>
              <a:rPr lang="en-US" dirty="0" err="1"/>
              <a:t>LLC</a:t>
            </a:r>
            <a:r>
              <a:rPr lang="en-US" dirty="0"/>
              <a:t> is member-managed or manager-managed</a:t>
            </a:r>
          </a:p>
          <a:p>
            <a:r>
              <a:rPr lang="en-US" sz="1700" dirty="0"/>
              <a:t>State filing cost: $70</a:t>
            </a:r>
          </a:p>
          <a:p>
            <a:r>
              <a:rPr lang="en-US" sz="1700" dirty="0"/>
              <a:t>Mail to: </a:t>
            </a:r>
          </a:p>
          <a:p>
            <a:r>
              <a:rPr lang="en-US" sz="1700" b="0" i="0" dirty="0">
                <a:solidFill>
                  <a:srgbClr val="212529"/>
                </a:solidFill>
                <a:effectLst/>
              </a:rPr>
              <a:t>Utah Division of Corporations &amp; Commercial Code</a:t>
            </a:r>
            <a:br>
              <a:rPr lang="en-US" sz="1700" dirty="0"/>
            </a:br>
            <a:r>
              <a:rPr lang="en-US" sz="1700" b="0" i="0" dirty="0">
                <a:solidFill>
                  <a:srgbClr val="212529"/>
                </a:solidFill>
                <a:effectLst/>
              </a:rPr>
              <a:t>P.O. Box 146705</a:t>
            </a:r>
            <a:br>
              <a:rPr lang="en-US" sz="1700" dirty="0"/>
            </a:br>
            <a:r>
              <a:rPr lang="en-US" sz="1700" b="0" i="0" dirty="0">
                <a:solidFill>
                  <a:srgbClr val="212529"/>
                </a:solidFill>
                <a:effectLst/>
              </a:rPr>
              <a:t>Salt Lake City, UT 84114</a:t>
            </a:r>
            <a:endParaRPr lang="en-US" sz="17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0D0F3B-F5B9-100B-38BE-AC5DBABB9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05373" y="2063750"/>
            <a:ext cx="4250307" cy="4125684"/>
          </a:xfrm>
        </p:spPr>
      </p:pic>
    </p:spTree>
    <p:extLst>
      <p:ext uri="{BB962C8B-B14F-4D97-AF65-F5344CB8AC3E}">
        <p14:creationId xmlns:p14="http://schemas.microsoft.com/office/powerpoint/2010/main" val="20208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936A-6E24-C719-B875-AE365CABF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fia Pro" panose="00000500000000000000" pitchFamily="50" charset="0"/>
              </a:rPr>
              <a:t>Create an Operating Agreement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7171D-3F39-0CE9-CACB-9292F49B6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10058400" cy="3910932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Operating Agreement - outlines the business’ financial and functional decisions including rules, regulations and provisions. The purpose of the document is to govern the internal operations of the business in a way that suits the specific needs of the business owners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programs such as: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Rocket Lawyer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err="1">
                <a:hlinkClick r:id="rId3"/>
              </a:rPr>
              <a:t>eForms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Main sections of an operating agreement: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Organization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Management and Voting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Capital Contributions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Membership Changes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Dissolution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35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0ABF-4CBE-BDE8-EB41-0733AE1D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an 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1ABB-D07D-5743-5CB9-8FAA7992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7608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Employer Identification Number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Required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Open a business bank account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File and manage Federal and State Taxes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Hire employees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AF8E0-C20D-FEA1-FF73-62D0E2FFA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090" y="972823"/>
            <a:ext cx="3769350" cy="4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0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6930F1-EFF8-7999-45C2-461692C4E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665280"/>
            <a:ext cx="10113645" cy="743682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0C4D2-8F23-90A0-2A4D-FA0F18929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637562"/>
            <a:ext cx="10113264" cy="9156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Gaurav K Mishra </a:t>
            </a:r>
          </a:p>
          <a:p>
            <a:r>
              <a:rPr lang="en-US" dirty="0"/>
              <a:t>(208) 357-6285</a:t>
            </a:r>
          </a:p>
          <a:p>
            <a:r>
              <a:rPr lang="en-US" dirty="0">
                <a:hlinkClick r:id="rId2"/>
              </a:rPr>
              <a:t>ggmm3576@gmail.com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D2781-5B76-5917-62A7-ACC5F5E34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88042" cy="45880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54FF03-6296-0BCE-1E17-CE44BEE40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452" y="1239070"/>
            <a:ext cx="5995737" cy="225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2400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{31E0B689-6B0E-4D7A-9CCF-616D3C37B802}tf22712842_win32</Template>
  <TotalTime>264</TotalTime>
  <Words>332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Franklin Gothic Book</vt:lpstr>
      <vt:lpstr>Sofia Pro</vt:lpstr>
      <vt:lpstr>1_RetrospectVTI</vt:lpstr>
      <vt:lpstr>Milestone #3: Entity Established</vt:lpstr>
      <vt:lpstr>Business Structures</vt:lpstr>
      <vt:lpstr>Getting Started With Your LLC</vt:lpstr>
      <vt:lpstr>Name Your LLC </vt:lpstr>
      <vt:lpstr>Choose a Registered Agent</vt:lpstr>
      <vt:lpstr>File the Utah LLC Certificate of Organization</vt:lpstr>
      <vt:lpstr>Create an Operating Agreement</vt:lpstr>
      <vt:lpstr>Get an EIN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#3: Entity Established</dc:title>
  <dc:creator>Gaurav Mishra</dc:creator>
  <cp:lastModifiedBy>Gaurav Mishra</cp:lastModifiedBy>
  <cp:revision>2</cp:revision>
  <dcterms:created xsi:type="dcterms:W3CDTF">2022-09-15T04:12:59Z</dcterms:created>
  <dcterms:modified xsi:type="dcterms:W3CDTF">2023-02-22T20:42:38Z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